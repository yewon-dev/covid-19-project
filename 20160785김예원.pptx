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</p:sldMasterIdLst>
  <p:sldIdLst>
    <p:sldId id="269" r:id="rId3"/>
    <p:sldId id="273" r:id="rId4"/>
    <p:sldId id="285" r:id="rId5"/>
    <p:sldId id="294" r:id="rId6"/>
    <p:sldId id="292" r:id="rId7"/>
    <p:sldId id="288" r:id="rId8"/>
    <p:sldId id="293" r:id="rId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7D91"/>
    <a:srgbClr val="097A99"/>
    <a:srgbClr val="FFD600"/>
    <a:srgbClr val="FFA400"/>
    <a:srgbClr val="9ACD32"/>
    <a:srgbClr val="027696"/>
    <a:srgbClr val="4BACC6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89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23C0A0-71C4-4BB8-9458-5D0702EA639E}" type="doc">
      <dgm:prSet loTypeId="urn:microsoft.com/office/officeart/2005/8/layout/hProcess6" loCatId="process" qsTypeId="urn:microsoft.com/office/officeart/2005/8/quickstyle/3d5" qsCatId="3D" csTypeId="urn:microsoft.com/office/officeart/2005/8/colors/colorful3" csCatId="colorful" phldr="1"/>
      <dgm:spPr/>
    </dgm:pt>
    <dgm:pt modelId="{3186C3BE-7BE5-4596-9894-EA7643BC9726}">
      <dgm:prSet phldrT="[텍스트]"/>
      <dgm:spPr/>
      <dgm:t>
        <a:bodyPr/>
        <a:lstStyle/>
        <a:p>
          <a:pPr latinLnBrk="1"/>
          <a:r>
            <a:rPr lang="ko-KR" altLang="en-US" dirty="0">
              <a:latin typeface="08서울남산체 L" panose="02020603020101020101" pitchFamily="18" charset="-127"/>
              <a:ea typeface="08서울남산체 L" panose="02020603020101020101" pitchFamily="18" charset="-127"/>
            </a:rPr>
            <a:t>데이터 정리</a:t>
          </a:r>
        </a:p>
      </dgm:t>
    </dgm:pt>
    <dgm:pt modelId="{3D0A0C56-69A8-4700-82DD-19FF06652AE5}" type="parTrans" cxnId="{0D80748A-BE2E-4E58-AE33-2264FE5C3134}">
      <dgm:prSet/>
      <dgm:spPr/>
      <dgm:t>
        <a:bodyPr/>
        <a:lstStyle/>
        <a:p>
          <a:pPr latinLnBrk="1"/>
          <a:endParaRPr lang="ko-KR" altLang="en-US">
            <a:latin typeface="08서울남산체 L" panose="02020603020101020101" pitchFamily="18" charset="-127"/>
            <a:ea typeface="08서울남산체 L" panose="02020603020101020101" pitchFamily="18" charset="-127"/>
          </a:endParaRPr>
        </a:p>
      </dgm:t>
    </dgm:pt>
    <dgm:pt modelId="{0F08A7BD-1A84-44AC-8BA6-D1AABCB561BB}" type="sibTrans" cxnId="{0D80748A-BE2E-4E58-AE33-2264FE5C3134}">
      <dgm:prSet/>
      <dgm:spPr/>
      <dgm:t>
        <a:bodyPr/>
        <a:lstStyle/>
        <a:p>
          <a:pPr latinLnBrk="1"/>
          <a:endParaRPr lang="ko-KR" altLang="en-US">
            <a:latin typeface="08서울남산체 L" panose="02020603020101020101" pitchFamily="18" charset="-127"/>
            <a:ea typeface="08서울남산체 L" panose="02020603020101020101" pitchFamily="18" charset="-127"/>
          </a:endParaRPr>
        </a:p>
      </dgm:t>
    </dgm:pt>
    <dgm:pt modelId="{8C50FC2F-6124-4683-882B-436C13434F7C}">
      <dgm:prSet phldrT="[텍스트]"/>
      <dgm:spPr/>
      <dgm:t>
        <a:bodyPr/>
        <a:lstStyle/>
        <a:p>
          <a:pPr latinLnBrk="1"/>
          <a:r>
            <a:rPr lang="ko-KR" altLang="en-US" dirty="0">
              <a:latin typeface="08서울남산체 L" panose="02020603020101020101" pitchFamily="18" charset="-127"/>
              <a:ea typeface="08서울남산체 L" panose="02020603020101020101" pitchFamily="18" charset="-127"/>
            </a:rPr>
            <a:t>사회적 거리두기</a:t>
          </a:r>
        </a:p>
      </dgm:t>
    </dgm:pt>
    <dgm:pt modelId="{DD763497-6AD4-4FDF-BBA8-11CAD88CF3C8}" type="parTrans" cxnId="{835D25E1-C9AE-4340-B4A3-AE18A437ED99}">
      <dgm:prSet/>
      <dgm:spPr/>
      <dgm:t>
        <a:bodyPr/>
        <a:lstStyle/>
        <a:p>
          <a:pPr latinLnBrk="1"/>
          <a:endParaRPr lang="ko-KR" altLang="en-US">
            <a:latin typeface="08서울남산체 L" panose="02020603020101020101" pitchFamily="18" charset="-127"/>
            <a:ea typeface="08서울남산체 L" panose="02020603020101020101" pitchFamily="18" charset="-127"/>
          </a:endParaRPr>
        </a:p>
      </dgm:t>
    </dgm:pt>
    <dgm:pt modelId="{CC6F9AD1-E534-4A1F-AB73-9BA8BD5449B2}" type="sibTrans" cxnId="{835D25E1-C9AE-4340-B4A3-AE18A437ED99}">
      <dgm:prSet/>
      <dgm:spPr/>
      <dgm:t>
        <a:bodyPr/>
        <a:lstStyle/>
        <a:p>
          <a:pPr latinLnBrk="1"/>
          <a:endParaRPr lang="ko-KR" altLang="en-US">
            <a:latin typeface="08서울남산체 L" panose="02020603020101020101" pitchFamily="18" charset="-127"/>
            <a:ea typeface="08서울남산체 L" panose="02020603020101020101" pitchFamily="18" charset="-127"/>
          </a:endParaRPr>
        </a:p>
      </dgm:t>
    </dgm:pt>
    <dgm:pt modelId="{B56D8D21-20AE-4203-8DC5-E32008A8E6EB}">
      <dgm:prSet custT="1"/>
      <dgm:spPr/>
      <dgm:t>
        <a:bodyPr/>
        <a:lstStyle/>
        <a:p>
          <a:pPr latinLnBrk="1"/>
          <a:r>
            <a:rPr lang="ko-KR" altLang="en-US" sz="1800" dirty="0">
              <a:latin typeface="08서울남산체 L" panose="02020603020101020101" pitchFamily="18" charset="-127"/>
              <a:ea typeface="08서울남산체 L" panose="02020603020101020101" pitchFamily="18" charset="-127"/>
            </a:rPr>
            <a:t>일별 </a:t>
          </a:r>
          <a:r>
            <a:rPr lang="ko-KR" altLang="en-US" sz="1800" dirty="0" err="1">
              <a:latin typeface="08서울남산체 L" panose="02020603020101020101" pitchFamily="18" charset="-127"/>
              <a:ea typeface="08서울남산체 L" panose="02020603020101020101" pitchFamily="18" charset="-127"/>
            </a:rPr>
            <a:t>확진자</a:t>
          </a:r>
          <a:r>
            <a:rPr lang="ko-KR" altLang="en-US" sz="1800" dirty="0">
              <a:latin typeface="08서울남산체 L" panose="02020603020101020101" pitchFamily="18" charset="-127"/>
              <a:ea typeface="08서울남산체 L" panose="02020603020101020101" pitchFamily="18" charset="-127"/>
            </a:rPr>
            <a:t> 비율</a:t>
          </a:r>
        </a:p>
      </dgm:t>
    </dgm:pt>
    <dgm:pt modelId="{BA353058-A084-495B-B505-AB66284ABC67}" type="parTrans" cxnId="{9D3BA4DF-C4E7-4D65-82EA-92EEED6FDC43}">
      <dgm:prSet/>
      <dgm:spPr/>
      <dgm:t>
        <a:bodyPr/>
        <a:lstStyle/>
        <a:p>
          <a:pPr latinLnBrk="1"/>
          <a:endParaRPr lang="ko-KR" altLang="en-US">
            <a:latin typeface="08서울남산체 L" panose="02020603020101020101" pitchFamily="18" charset="-127"/>
            <a:ea typeface="08서울남산체 L" panose="02020603020101020101" pitchFamily="18" charset="-127"/>
          </a:endParaRPr>
        </a:p>
      </dgm:t>
    </dgm:pt>
    <dgm:pt modelId="{499879CB-E3F5-4DC1-9FBD-5752B2244513}" type="sibTrans" cxnId="{9D3BA4DF-C4E7-4D65-82EA-92EEED6FDC43}">
      <dgm:prSet/>
      <dgm:spPr/>
      <dgm:t>
        <a:bodyPr/>
        <a:lstStyle/>
        <a:p>
          <a:pPr latinLnBrk="1"/>
          <a:endParaRPr lang="ko-KR" altLang="en-US">
            <a:latin typeface="08서울남산체 L" panose="02020603020101020101" pitchFamily="18" charset="-127"/>
            <a:ea typeface="08서울남산체 L" panose="02020603020101020101" pitchFamily="18" charset="-127"/>
          </a:endParaRPr>
        </a:p>
      </dgm:t>
    </dgm:pt>
    <dgm:pt modelId="{494DF442-E05F-45B6-813E-B7634D06D757}">
      <dgm:prSet custT="1"/>
      <dgm:spPr/>
      <dgm:t>
        <a:bodyPr/>
        <a:lstStyle/>
        <a:p>
          <a:pPr latinLnBrk="1"/>
          <a:r>
            <a:rPr lang="ko-KR" altLang="en-US" sz="1600" dirty="0"/>
            <a:t>알고리즘</a:t>
          </a:r>
        </a:p>
      </dgm:t>
    </dgm:pt>
    <dgm:pt modelId="{08CB1A0A-6495-48BF-908F-A8961930827B}" type="parTrans" cxnId="{4C4B1F33-6F66-48B7-9576-2CF2B0C2347C}">
      <dgm:prSet/>
      <dgm:spPr/>
      <dgm:t>
        <a:bodyPr/>
        <a:lstStyle/>
        <a:p>
          <a:pPr latinLnBrk="1"/>
          <a:endParaRPr lang="ko-KR" altLang="en-US"/>
        </a:p>
      </dgm:t>
    </dgm:pt>
    <dgm:pt modelId="{3C82755F-6263-49A2-89A5-4E43A47816C8}" type="sibTrans" cxnId="{4C4B1F33-6F66-48B7-9576-2CF2B0C2347C}">
      <dgm:prSet/>
      <dgm:spPr/>
      <dgm:t>
        <a:bodyPr/>
        <a:lstStyle/>
        <a:p>
          <a:pPr latinLnBrk="1"/>
          <a:endParaRPr lang="ko-KR" altLang="en-US"/>
        </a:p>
      </dgm:t>
    </dgm:pt>
    <dgm:pt modelId="{A9D81F09-FA1C-4D6E-9FA3-907AEA1BD3F5}">
      <dgm:prSet custT="1"/>
      <dgm:spPr/>
      <dgm:t>
        <a:bodyPr/>
        <a:lstStyle/>
        <a:p>
          <a:pPr latinLnBrk="1"/>
          <a:r>
            <a:rPr lang="en-US" altLang="ko-KR" sz="1600" dirty="0"/>
            <a:t>Linear Regression</a:t>
          </a:r>
          <a:endParaRPr lang="ko-KR" altLang="en-US" sz="1600" dirty="0"/>
        </a:p>
      </dgm:t>
    </dgm:pt>
    <dgm:pt modelId="{44C9E895-E855-459A-BD6E-75FF38A6CB7F}" type="parTrans" cxnId="{E4119AE7-FA9A-449F-8DAA-1E6C35B0FB55}">
      <dgm:prSet/>
      <dgm:spPr/>
      <dgm:t>
        <a:bodyPr/>
        <a:lstStyle/>
        <a:p>
          <a:pPr latinLnBrk="1"/>
          <a:endParaRPr lang="ko-KR" altLang="en-US"/>
        </a:p>
      </dgm:t>
    </dgm:pt>
    <dgm:pt modelId="{8A6DF9C0-906B-462B-B02A-F864D7F1DD59}" type="sibTrans" cxnId="{E4119AE7-FA9A-449F-8DAA-1E6C35B0FB55}">
      <dgm:prSet/>
      <dgm:spPr/>
      <dgm:t>
        <a:bodyPr/>
        <a:lstStyle/>
        <a:p>
          <a:pPr latinLnBrk="1"/>
          <a:endParaRPr lang="ko-KR" altLang="en-US"/>
        </a:p>
      </dgm:t>
    </dgm:pt>
    <dgm:pt modelId="{E81B95B4-CE63-4E75-BD6B-33AFA13F0852}">
      <dgm:prSet custT="1"/>
      <dgm:spPr/>
      <dgm:t>
        <a:bodyPr/>
        <a:lstStyle/>
        <a:p>
          <a:pPr latinLnBrk="1"/>
          <a:r>
            <a:rPr lang="ko-KR" altLang="en-US" sz="1800" dirty="0"/>
            <a:t>일주일 후 효과 예측</a:t>
          </a:r>
        </a:p>
      </dgm:t>
    </dgm:pt>
    <dgm:pt modelId="{FE49B893-B962-4A1F-95BF-03E45C9732C9}" type="parTrans" cxnId="{DA0211DA-2F3A-499F-B882-39716D25B46E}">
      <dgm:prSet/>
      <dgm:spPr/>
      <dgm:t>
        <a:bodyPr/>
        <a:lstStyle/>
        <a:p>
          <a:pPr latinLnBrk="1"/>
          <a:endParaRPr lang="ko-KR" altLang="en-US"/>
        </a:p>
      </dgm:t>
    </dgm:pt>
    <dgm:pt modelId="{5387A097-7968-490C-A9AE-D6ED5E35DDCB}" type="sibTrans" cxnId="{DA0211DA-2F3A-499F-B882-39716D25B46E}">
      <dgm:prSet/>
      <dgm:spPr/>
      <dgm:t>
        <a:bodyPr/>
        <a:lstStyle/>
        <a:p>
          <a:pPr latinLnBrk="1"/>
          <a:endParaRPr lang="ko-KR" altLang="en-US"/>
        </a:p>
      </dgm:t>
    </dgm:pt>
    <dgm:pt modelId="{56242B3F-6461-471B-8BF2-4805511FE235}" type="pres">
      <dgm:prSet presAssocID="{7723C0A0-71C4-4BB8-9458-5D0702EA639E}" presName="theList" presStyleCnt="0">
        <dgm:presLayoutVars>
          <dgm:dir/>
          <dgm:animLvl val="lvl"/>
          <dgm:resizeHandles val="exact"/>
        </dgm:presLayoutVars>
      </dgm:prSet>
      <dgm:spPr/>
    </dgm:pt>
    <dgm:pt modelId="{8977B78B-5930-4378-86DD-72616EDFA881}" type="pres">
      <dgm:prSet presAssocID="{3186C3BE-7BE5-4596-9894-EA7643BC9726}" presName="compNode" presStyleCnt="0"/>
      <dgm:spPr/>
    </dgm:pt>
    <dgm:pt modelId="{679F4B52-7AC4-4092-BC24-05B16ED03A97}" type="pres">
      <dgm:prSet presAssocID="{3186C3BE-7BE5-4596-9894-EA7643BC9726}" presName="noGeometry" presStyleCnt="0"/>
      <dgm:spPr/>
    </dgm:pt>
    <dgm:pt modelId="{442CBA35-F0C6-4837-9446-9F6004BC9E29}" type="pres">
      <dgm:prSet presAssocID="{3186C3BE-7BE5-4596-9894-EA7643BC9726}" presName="childTextVisible" presStyleLbl="bgAccFollowNode1" presStyleIdx="0" presStyleCnt="3">
        <dgm:presLayoutVars>
          <dgm:bulletEnabled val="1"/>
        </dgm:presLayoutVars>
      </dgm:prSet>
      <dgm:spPr/>
    </dgm:pt>
    <dgm:pt modelId="{D6B3EE5A-9119-4071-AD43-E5103DBC4E98}" type="pres">
      <dgm:prSet presAssocID="{3186C3BE-7BE5-4596-9894-EA7643BC9726}" presName="childTextHidden" presStyleLbl="bgAccFollowNode1" presStyleIdx="0" presStyleCnt="3"/>
      <dgm:spPr/>
    </dgm:pt>
    <dgm:pt modelId="{1C05C67B-F6D8-44B5-B40F-58583699BF4A}" type="pres">
      <dgm:prSet presAssocID="{3186C3BE-7BE5-4596-9894-EA7643BC972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7597462-0F9C-4989-B983-40132755E837}" type="pres">
      <dgm:prSet presAssocID="{3186C3BE-7BE5-4596-9894-EA7643BC9726}" presName="aSpace" presStyleCnt="0"/>
      <dgm:spPr/>
    </dgm:pt>
    <dgm:pt modelId="{9B75C12C-EBDD-49CF-ADD5-FF98F4715C85}" type="pres">
      <dgm:prSet presAssocID="{494DF442-E05F-45B6-813E-B7634D06D757}" presName="compNode" presStyleCnt="0"/>
      <dgm:spPr/>
    </dgm:pt>
    <dgm:pt modelId="{F6ED6DBD-7E50-4BB0-A8DE-73F153AA3DFC}" type="pres">
      <dgm:prSet presAssocID="{494DF442-E05F-45B6-813E-B7634D06D757}" presName="noGeometry" presStyleCnt="0"/>
      <dgm:spPr/>
    </dgm:pt>
    <dgm:pt modelId="{963BB059-2893-458A-B99F-6C3D5A6AF8C9}" type="pres">
      <dgm:prSet presAssocID="{494DF442-E05F-45B6-813E-B7634D06D757}" presName="childTextVisible" presStyleLbl="bgAccFollowNode1" presStyleIdx="1" presStyleCnt="3">
        <dgm:presLayoutVars>
          <dgm:bulletEnabled val="1"/>
        </dgm:presLayoutVars>
      </dgm:prSet>
      <dgm:spPr/>
    </dgm:pt>
    <dgm:pt modelId="{F59DE0D8-2D8B-45D0-9088-49B7956C6466}" type="pres">
      <dgm:prSet presAssocID="{494DF442-E05F-45B6-813E-B7634D06D757}" presName="childTextHidden" presStyleLbl="bgAccFollowNode1" presStyleIdx="1" presStyleCnt="3"/>
      <dgm:spPr/>
    </dgm:pt>
    <dgm:pt modelId="{55BF3ED2-7BAD-4DD5-9894-FD1B8C08EE65}" type="pres">
      <dgm:prSet presAssocID="{494DF442-E05F-45B6-813E-B7634D06D757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51B8460-3ABF-4786-8311-D02D49100B16}" type="pres">
      <dgm:prSet presAssocID="{494DF442-E05F-45B6-813E-B7634D06D757}" presName="aSpace" presStyleCnt="0"/>
      <dgm:spPr/>
    </dgm:pt>
    <dgm:pt modelId="{AA82B566-C29C-4851-8CA1-3EAF8F028472}" type="pres">
      <dgm:prSet presAssocID="{8C50FC2F-6124-4683-882B-436C13434F7C}" presName="compNode" presStyleCnt="0"/>
      <dgm:spPr/>
    </dgm:pt>
    <dgm:pt modelId="{E4E05CC8-929B-4F0D-AF12-1A30344CFD2C}" type="pres">
      <dgm:prSet presAssocID="{8C50FC2F-6124-4683-882B-436C13434F7C}" presName="noGeometry" presStyleCnt="0"/>
      <dgm:spPr/>
    </dgm:pt>
    <dgm:pt modelId="{AEA80942-3CEE-4A41-8F46-1D73321225AB}" type="pres">
      <dgm:prSet presAssocID="{8C50FC2F-6124-4683-882B-436C13434F7C}" presName="childTextVisible" presStyleLbl="bgAccFollowNode1" presStyleIdx="2" presStyleCnt="3">
        <dgm:presLayoutVars>
          <dgm:bulletEnabled val="1"/>
        </dgm:presLayoutVars>
      </dgm:prSet>
      <dgm:spPr/>
    </dgm:pt>
    <dgm:pt modelId="{86705DC9-6272-4419-B8D3-9F92C2033F26}" type="pres">
      <dgm:prSet presAssocID="{8C50FC2F-6124-4683-882B-436C13434F7C}" presName="childTextHidden" presStyleLbl="bgAccFollowNode1" presStyleIdx="2" presStyleCnt="3"/>
      <dgm:spPr/>
    </dgm:pt>
    <dgm:pt modelId="{42441DD9-2F42-4D15-8BD9-F54544095E45}" type="pres">
      <dgm:prSet presAssocID="{8C50FC2F-6124-4683-882B-436C13434F7C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B4A4D101-4537-4178-B3E0-61BCEBA06C62}" type="presOf" srcId="{3186C3BE-7BE5-4596-9894-EA7643BC9726}" destId="{1C05C67B-F6D8-44B5-B40F-58583699BF4A}" srcOrd="0" destOrd="0" presId="urn:microsoft.com/office/officeart/2005/8/layout/hProcess6"/>
    <dgm:cxn modelId="{4C4B1F33-6F66-48B7-9576-2CF2B0C2347C}" srcId="{7723C0A0-71C4-4BB8-9458-5D0702EA639E}" destId="{494DF442-E05F-45B6-813E-B7634D06D757}" srcOrd="1" destOrd="0" parTransId="{08CB1A0A-6495-48BF-908F-A8961930827B}" sibTransId="{3C82755F-6263-49A2-89A5-4E43A47816C8}"/>
    <dgm:cxn modelId="{A4657341-45F3-4A8D-BEE1-C5707FDAAD1D}" type="presOf" srcId="{494DF442-E05F-45B6-813E-B7634D06D757}" destId="{55BF3ED2-7BAD-4DD5-9894-FD1B8C08EE65}" srcOrd="0" destOrd="0" presId="urn:microsoft.com/office/officeart/2005/8/layout/hProcess6"/>
    <dgm:cxn modelId="{AACCA36A-E151-4060-B3AF-23C2FBCAD780}" type="presOf" srcId="{8C50FC2F-6124-4683-882B-436C13434F7C}" destId="{42441DD9-2F42-4D15-8BD9-F54544095E45}" srcOrd="0" destOrd="0" presId="urn:microsoft.com/office/officeart/2005/8/layout/hProcess6"/>
    <dgm:cxn modelId="{6CAD246C-F129-4510-BB46-834844CAFC3A}" type="presOf" srcId="{A9D81F09-FA1C-4D6E-9FA3-907AEA1BD3F5}" destId="{963BB059-2893-458A-B99F-6C3D5A6AF8C9}" srcOrd="0" destOrd="0" presId="urn:microsoft.com/office/officeart/2005/8/layout/hProcess6"/>
    <dgm:cxn modelId="{8576E953-4422-40E0-ADF8-B6A86B00219D}" type="presOf" srcId="{B56D8D21-20AE-4203-8DC5-E32008A8E6EB}" destId="{442CBA35-F0C6-4837-9446-9F6004BC9E29}" srcOrd="0" destOrd="0" presId="urn:microsoft.com/office/officeart/2005/8/layout/hProcess6"/>
    <dgm:cxn modelId="{0D80748A-BE2E-4E58-AE33-2264FE5C3134}" srcId="{7723C0A0-71C4-4BB8-9458-5D0702EA639E}" destId="{3186C3BE-7BE5-4596-9894-EA7643BC9726}" srcOrd="0" destOrd="0" parTransId="{3D0A0C56-69A8-4700-82DD-19FF06652AE5}" sibTransId="{0F08A7BD-1A84-44AC-8BA6-D1AABCB561BB}"/>
    <dgm:cxn modelId="{D02218A3-2A76-4EF0-BA50-257A892D7C0B}" type="presOf" srcId="{E81B95B4-CE63-4E75-BD6B-33AFA13F0852}" destId="{86705DC9-6272-4419-B8D3-9F92C2033F26}" srcOrd="1" destOrd="0" presId="urn:microsoft.com/office/officeart/2005/8/layout/hProcess6"/>
    <dgm:cxn modelId="{191CF9A4-63A5-4A62-A6BF-4915EBB0688D}" type="presOf" srcId="{E81B95B4-CE63-4E75-BD6B-33AFA13F0852}" destId="{AEA80942-3CEE-4A41-8F46-1D73321225AB}" srcOrd="0" destOrd="0" presId="urn:microsoft.com/office/officeart/2005/8/layout/hProcess6"/>
    <dgm:cxn modelId="{DA0211DA-2F3A-499F-B882-39716D25B46E}" srcId="{8C50FC2F-6124-4683-882B-436C13434F7C}" destId="{E81B95B4-CE63-4E75-BD6B-33AFA13F0852}" srcOrd="0" destOrd="0" parTransId="{FE49B893-B962-4A1F-95BF-03E45C9732C9}" sibTransId="{5387A097-7968-490C-A9AE-D6ED5E35DDCB}"/>
    <dgm:cxn modelId="{36D270DA-DFF7-42B9-87F5-2F4ECD59AB25}" type="presOf" srcId="{A9D81F09-FA1C-4D6E-9FA3-907AEA1BD3F5}" destId="{F59DE0D8-2D8B-45D0-9088-49B7956C6466}" srcOrd="1" destOrd="0" presId="urn:microsoft.com/office/officeart/2005/8/layout/hProcess6"/>
    <dgm:cxn modelId="{9D3BA4DF-C4E7-4D65-82EA-92EEED6FDC43}" srcId="{3186C3BE-7BE5-4596-9894-EA7643BC9726}" destId="{B56D8D21-20AE-4203-8DC5-E32008A8E6EB}" srcOrd="0" destOrd="0" parTransId="{BA353058-A084-495B-B505-AB66284ABC67}" sibTransId="{499879CB-E3F5-4DC1-9FBD-5752B2244513}"/>
    <dgm:cxn modelId="{835D25E1-C9AE-4340-B4A3-AE18A437ED99}" srcId="{7723C0A0-71C4-4BB8-9458-5D0702EA639E}" destId="{8C50FC2F-6124-4683-882B-436C13434F7C}" srcOrd="2" destOrd="0" parTransId="{DD763497-6AD4-4FDF-BBA8-11CAD88CF3C8}" sibTransId="{CC6F9AD1-E534-4A1F-AB73-9BA8BD5449B2}"/>
    <dgm:cxn modelId="{E4119AE7-FA9A-449F-8DAA-1E6C35B0FB55}" srcId="{494DF442-E05F-45B6-813E-B7634D06D757}" destId="{A9D81F09-FA1C-4D6E-9FA3-907AEA1BD3F5}" srcOrd="0" destOrd="0" parTransId="{44C9E895-E855-459A-BD6E-75FF38A6CB7F}" sibTransId="{8A6DF9C0-906B-462B-B02A-F864D7F1DD59}"/>
    <dgm:cxn modelId="{BF50E0ED-7333-4228-992B-3037E782996A}" type="presOf" srcId="{B56D8D21-20AE-4203-8DC5-E32008A8E6EB}" destId="{D6B3EE5A-9119-4071-AD43-E5103DBC4E98}" srcOrd="1" destOrd="0" presId="urn:microsoft.com/office/officeart/2005/8/layout/hProcess6"/>
    <dgm:cxn modelId="{D60D61FF-16C7-4FCE-8424-33C82C7CEEF0}" type="presOf" srcId="{7723C0A0-71C4-4BB8-9458-5D0702EA639E}" destId="{56242B3F-6461-471B-8BF2-4805511FE235}" srcOrd="0" destOrd="0" presId="urn:microsoft.com/office/officeart/2005/8/layout/hProcess6"/>
    <dgm:cxn modelId="{A9DB04AF-229C-4338-A2D6-45B4830A5BAE}" type="presParOf" srcId="{56242B3F-6461-471B-8BF2-4805511FE235}" destId="{8977B78B-5930-4378-86DD-72616EDFA881}" srcOrd="0" destOrd="0" presId="urn:microsoft.com/office/officeart/2005/8/layout/hProcess6"/>
    <dgm:cxn modelId="{CB782791-E427-4AFC-AD88-B40861DD1E6D}" type="presParOf" srcId="{8977B78B-5930-4378-86DD-72616EDFA881}" destId="{679F4B52-7AC4-4092-BC24-05B16ED03A97}" srcOrd="0" destOrd="0" presId="urn:microsoft.com/office/officeart/2005/8/layout/hProcess6"/>
    <dgm:cxn modelId="{1DA55B4E-437A-4948-9062-3702E14453B5}" type="presParOf" srcId="{8977B78B-5930-4378-86DD-72616EDFA881}" destId="{442CBA35-F0C6-4837-9446-9F6004BC9E29}" srcOrd="1" destOrd="0" presId="urn:microsoft.com/office/officeart/2005/8/layout/hProcess6"/>
    <dgm:cxn modelId="{C4208548-C68D-4E90-A627-A0307EF96FC7}" type="presParOf" srcId="{8977B78B-5930-4378-86DD-72616EDFA881}" destId="{D6B3EE5A-9119-4071-AD43-E5103DBC4E98}" srcOrd="2" destOrd="0" presId="urn:microsoft.com/office/officeart/2005/8/layout/hProcess6"/>
    <dgm:cxn modelId="{A82ACCA1-4BDE-42E1-AE7C-EDCD0F9E1386}" type="presParOf" srcId="{8977B78B-5930-4378-86DD-72616EDFA881}" destId="{1C05C67B-F6D8-44B5-B40F-58583699BF4A}" srcOrd="3" destOrd="0" presId="urn:microsoft.com/office/officeart/2005/8/layout/hProcess6"/>
    <dgm:cxn modelId="{86612A69-9017-4403-A192-67F442C9AA93}" type="presParOf" srcId="{56242B3F-6461-471B-8BF2-4805511FE235}" destId="{27597462-0F9C-4989-B983-40132755E837}" srcOrd="1" destOrd="0" presId="urn:microsoft.com/office/officeart/2005/8/layout/hProcess6"/>
    <dgm:cxn modelId="{482F030E-937E-4EFF-A497-F59DC0BFDEF8}" type="presParOf" srcId="{56242B3F-6461-471B-8BF2-4805511FE235}" destId="{9B75C12C-EBDD-49CF-ADD5-FF98F4715C85}" srcOrd="2" destOrd="0" presId="urn:microsoft.com/office/officeart/2005/8/layout/hProcess6"/>
    <dgm:cxn modelId="{C814613B-CE9F-404F-AA37-D80A9FB2D764}" type="presParOf" srcId="{9B75C12C-EBDD-49CF-ADD5-FF98F4715C85}" destId="{F6ED6DBD-7E50-4BB0-A8DE-73F153AA3DFC}" srcOrd="0" destOrd="0" presId="urn:microsoft.com/office/officeart/2005/8/layout/hProcess6"/>
    <dgm:cxn modelId="{24C5DD22-E9E9-44F4-B288-BE1E06EB71B0}" type="presParOf" srcId="{9B75C12C-EBDD-49CF-ADD5-FF98F4715C85}" destId="{963BB059-2893-458A-B99F-6C3D5A6AF8C9}" srcOrd="1" destOrd="0" presId="urn:microsoft.com/office/officeart/2005/8/layout/hProcess6"/>
    <dgm:cxn modelId="{74E9E859-F54E-4E63-ADA8-948C04556BB0}" type="presParOf" srcId="{9B75C12C-EBDD-49CF-ADD5-FF98F4715C85}" destId="{F59DE0D8-2D8B-45D0-9088-49B7956C6466}" srcOrd="2" destOrd="0" presId="urn:microsoft.com/office/officeart/2005/8/layout/hProcess6"/>
    <dgm:cxn modelId="{2EECFCEC-F746-4EEF-9361-F90A438E3824}" type="presParOf" srcId="{9B75C12C-EBDD-49CF-ADD5-FF98F4715C85}" destId="{55BF3ED2-7BAD-4DD5-9894-FD1B8C08EE65}" srcOrd="3" destOrd="0" presId="urn:microsoft.com/office/officeart/2005/8/layout/hProcess6"/>
    <dgm:cxn modelId="{B8448431-6636-4068-A6D1-DE22D6FC33DC}" type="presParOf" srcId="{56242B3F-6461-471B-8BF2-4805511FE235}" destId="{351B8460-3ABF-4786-8311-D02D49100B16}" srcOrd="3" destOrd="0" presId="urn:microsoft.com/office/officeart/2005/8/layout/hProcess6"/>
    <dgm:cxn modelId="{87A7EFB1-159C-425F-936A-C8B65551BAE6}" type="presParOf" srcId="{56242B3F-6461-471B-8BF2-4805511FE235}" destId="{AA82B566-C29C-4851-8CA1-3EAF8F028472}" srcOrd="4" destOrd="0" presId="urn:microsoft.com/office/officeart/2005/8/layout/hProcess6"/>
    <dgm:cxn modelId="{604511C7-7947-4213-85DC-CAC2B5A61B2C}" type="presParOf" srcId="{AA82B566-C29C-4851-8CA1-3EAF8F028472}" destId="{E4E05CC8-929B-4F0D-AF12-1A30344CFD2C}" srcOrd="0" destOrd="0" presId="urn:microsoft.com/office/officeart/2005/8/layout/hProcess6"/>
    <dgm:cxn modelId="{D2A84360-7721-4214-BBB1-2339E049E868}" type="presParOf" srcId="{AA82B566-C29C-4851-8CA1-3EAF8F028472}" destId="{AEA80942-3CEE-4A41-8F46-1D73321225AB}" srcOrd="1" destOrd="0" presId="urn:microsoft.com/office/officeart/2005/8/layout/hProcess6"/>
    <dgm:cxn modelId="{56B29768-10A8-4C7D-8825-AB355528D071}" type="presParOf" srcId="{AA82B566-C29C-4851-8CA1-3EAF8F028472}" destId="{86705DC9-6272-4419-B8D3-9F92C2033F26}" srcOrd="2" destOrd="0" presId="urn:microsoft.com/office/officeart/2005/8/layout/hProcess6"/>
    <dgm:cxn modelId="{B2A4F846-275D-4F29-9B51-063056F6F1C0}" type="presParOf" srcId="{AA82B566-C29C-4851-8CA1-3EAF8F028472}" destId="{42441DD9-2F42-4D15-8BD9-F54544095E45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CBA35-F0C6-4837-9446-9F6004BC9E29}">
      <dsp:nvSpPr>
        <dsp:cNvPr id="0" name=""/>
        <dsp:cNvSpPr/>
      </dsp:nvSpPr>
      <dsp:spPr>
        <a:xfrm>
          <a:off x="610290" y="461137"/>
          <a:ext cx="2422806" cy="2117837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4005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08서울남산체 L" panose="02020603020101020101" pitchFamily="18" charset="-127"/>
              <a:ea typeface="08서울남산체 L" panose="02020603020101020101" pitchFamily="18" charset="-127"/>
            </a:rPr>
            <a:t>일별 </a:t>
          </a:r>
          <a:r>
            <a:rPr lang="ko-KR" altLang="en-US" sz="1800" kern="1200" dirty="0" err="1">
              <a:latin typeface="08서울남산체 L" panose="02020603020101020101" pitchFamily="18" charset="-127"/>
              <a:ea typeface="08서울남산체 L" panose="02020603020101020101" pitchFamily="18" charset="-127"/>
            </a:rPr>
            <a:t>확진자</a:t>
          </a:r>
          <a:r>
            <a:rPr lang="ko-KR" altLang="en-US" sz="1800" kern="1200" dirty="0">
              <a:latin typeface="08서울남산체 L" panose="02020603020101020101" pitchFamily="18" charset="-127"/>
              <a:ea typeface="08서울남산체 L" panose="02020603020101020101" pitchFamily="18" charset="-127"/>
            </a:rPr>
            <a:t> 비율</a:t>
          </a:r>
        </a:p>
      </dsp:txBody>
      <dsp:txXfrm>
        <a:off x="1215991" y="778813"/>
        <a:ext cx="1181118" cy="1482485"/>
      </dsp:txXfrm>
    </dsp:sp>
    <dsp:sp modelId="{1C05C67B-F6D8-44B5-B40F-58583699BF4A}">
      <dsp:nvSpPr>
        <dsp:cNvPr id="0" name=""/>
        <dsp:cNvSpPr/>
      </dsp:nvSpPr>
      <dsp:spPr>
        <a:xfrm>
          <a:off x="4588" y="914354"/>
          <a:ext cx="1211403" cy="12114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08서울남산체 L" panose="02020603020101020101" pitchFamily="18" charset="-127"/>
              <a:ea typeface="08서울남산체 L" panose="02020603020101020101" pitchFamily="18" charset="-127"/>
            </a:rPr>
            <a:t>데이터 정리</a:t>
          </a:r>
        </a:p>
      </dsp:txBody>
      <dsp:txXfrm>
        <a:off x="181994" y="1091760"/>
        <a:ext cx="856591" cy="856591"/>
      </dsp:txXfrm>
    </dsp:sp>
    <dsp:sp modelId="{963BB059-2893-458A-B99F-6C3D5A6AF8C9}">
      <dsp:nvSpPr>
        <dsp:cNvPr id="0" name=""/>
        <dsp:cNvSpPr/>
      </dsp:nvSpPr>
      <dsp:spPr>
        <a:xfrm>
          <a:off x="3790223" y="461137"/>
          <a:ext cx="2422806" cy="2117837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-184908"/>
            <a:satOff val="9534"/>
            <a:lumOff val="173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4005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/>
            <a:t>Linear Regression</a:t>
          </a:r>
          <a:endParaRPr lang="ko-KR" altLang="en-US" sz="1600" kern="1200" dirty="0"/>
        </a:p>
      </dsp:txBody>
      <dsp:txXfrm>
        <a:off x="4395925" y="778813"/>
        <a:ext cx="1181118" cy="1482485"/>
      </dsp:txXfrm>
    </dsp:sp>
    <dsp:sp modelId="{55BF3ED2-7BAD-4DD5-9894-FD1B8C08EE65}">
      <dsp:nvSpPr>
        <dsp:cNvPr id="0" name=""/>
        <dsp:cNvSpPr/>
      </dsp:nvSpPr>
      <dsp:spPr>
        <a:xfrm>
          <a:off x="3184522" y="914354"/>
          <a:ext cx="1211403" cy="1211403"/>
        </a:xfrm>
        <a:prstGeom prst="ellipse">
          <a:avLst/>
        </a:prstGeom>
        <a:solidFill>
          <a:schemeClr val="accent3">
            <a:hueOff val="-8744"/>
            <a:satOff val="-22728"/>
            <a:lumOff val="11862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알고리즘</a:t>
          </a:r>
        </a:p>
      </dsp:txBody>
      <dsp:txXfrm>
        <a:off x="3361928" y="1091760"/>
        <a:ext cx="856591" cy="856591"/>
      </dsp:txXfrm>
    </dsp:sp>
    <dsp:sp modelId="{AEA80942-3CEE-4A41-8F46-1D73321225AB}">
      <dsp:nvSpPr>
        <dsp:cNvPr id="0" name=""/>
        <dsp:cNvSpPr/>
      </dsp:nvSpPr>
      <dsp:spPr>
        <a:xfrm>
          <a:off x="6970156" y="461137"/>
          <a:ext cx="2422806" cy="2117837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-369816"/>
            <a:satOff val="19069"/>
            <a:lumOff val="346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4005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일주일 후 효과 예측</a:t>
          </a:r>
        </a:p>
      </dsp:txBody>
      <dsp:txXfrm>
        <a:off x="7575858" y="778813"/>
        <a:ext cx="1181118" cy="1482485"/>
      </dsp:txXfrm>
    </dsp:sp>
    <dsp:sp modelId="{42441DD9-2F42-4D15-8BD9-F54544095E45}">
      <dsp:nvSpPr>
        <dsp:cNvPr id="0" name=""/>
        <dsp:cNvSpPr/>
      </dsp:nvSpPr>
      <dsp:spPr>
        <a:xfrm>
          <a:off x="6364455" y="914354"/>
          <a:ext cx="1211403" cy="1211403"/>
        </a:xfrm>
        <a:prstGeom prst="ellipse">
          <a:avLst/>
        </a:prstGeom>
        <a:solidFill>
          <a:schemeClr val="accent3">
            <a:hueOff val="-17488"/>
            <a:satOff val="-45457"/>
            <a:lumOff val="2372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08서울남산체 L" panose="02020603020101020101" pitchFamily="18" charset="-127"/>
              <a:ea typeface="08서울남산체 L" panose="02020603020101020101" pitchFamily="18" charset="-127"/>
            </a:rPr>
            <a:t>사회적 거리두기</a:t>
          </a:r>
        </a:p>
      </dsp:txBody>
      <dsp:txXfrm>
        <a:off x="6541861" y="1091760"/>
        <a:ext cx="856591" cy="856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63888" y="0"/>
            <a:ext cx="5580112" cy="5143500"/>
          </a:xfrm>
          <a:prstGeom prst="rect">
            <a:avLst/>
          </a:prstGeom>
          <a:solidFill>
            <a:schemeClr val="accent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51920" y="123478"/>
            <a:ext cx="529208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699542"/>
            <a:ext cx="529208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17755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64000" y="0"/>
            <a:ext cx="5580000" cy="51435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51920" y="123478"/>
            <a:ext cx="529208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699542"/>
            <a:ext cx="529208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23888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30177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131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lt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131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lt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84896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131590"/>
          </a:xfrm>
          <a:prstGeom prst="rect">
            <a:avLst/>
          </a:prstGeom>
          <a:solidFill>
            <a:srgbClr val="027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lt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665735" y="1400779"/>
            <a:ext cx="1620000" cy="172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812316" y="1400779"/>
            <a:ext cx="1620000" cy="172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9154" y="3075880"/>
            <a:ext cx="1620000" cy="172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958897" y="3075880"/>
            <a:ext cx="1620000" cy="1728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519154" y="1529144"/>
            <a:ext cx="1964614" cy="147127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6588224" y="1528537"/>
            <a:ext cx="1964614" cy="147127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321121" y="3204245"/>
            <a:ext cx="1964614" cy="147127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4812316" y="3204245"/>
            <a:ext cx="1964614" cy="147127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1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75856" y="181632"/>
            <a:ext cx="586814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75856" y="757696"/>
            <a:ext cx="586814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1112" y="220184"/>
            <a:ext cx="1620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41112" y="1800221"/>
            <a:ext cx="1620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38842" y="3380258"/>
            <a:ext cx="1620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1932052" y="1800221"/>
            <a:ext cx="1620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1932052" y="3380258"/>
            <a:ext cx="1620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625263" y="3380258"/>
            <a:ext cx="1620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28392" y="0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020272" y="1923678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125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267494"/>
            <a:ext cx="5328592" cy="2880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8485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29878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u="none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3078088" y="0"/>
            <a:ext cx="2987824" cy="17796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u="none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156176" y="0"/>
            <a:ext cx="29878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u="none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077912" y="1851670"/>
            <a:ext cx="2988000" cy="32918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83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212372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020272" y="0"/>
            <a:ext cx="212372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909600" y="0"/>
            <a:ext cx="212372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56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81632"/>
            <a:ext cx="8820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771800" y="904998"/>
            <a:ext cx="6372200" cy="2088000"/>
          </a:xfrm>
          <a:custGeom>
            <a:avLst/>
            <a:gdLst>
              <a:gd name="connsiteX0" fmla="*/ 0 w 5328592"/>
              <a:gd name="connsiteY0" fmla="*/ 0 h 2088000"/>
              <a:gd name="connsiteX1" fmla="*/ 5328592 w 5328592"/>
              <a:gd name="connsiteY1" fmla="*/ 0 h 2088000"/>
              <a:gd name="connsiteX2" fmla="*/ 5328592 w 5328592"/>
              <a:gd name="connsiteY2" fmla="*/ 2088000 h 2088000"/>
              <a:gd name="connsiteX3" fmla="*/ 0 w 5328592"/>
              <a:gd name="connsiteY3" fmla="*/ 2088000 h 2088000"/>
              <a:gd name="connsiteX4" fmla="*/ 0 w 5328592"/>
              <a:gd name="connsiteY4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1531" h="2088000">
                <a:moveTo>
                  <a:pt x="612939" y="0"/>
                </a:moveTo>
                <a:lnTo>
                  <a:pt x="5941531" y="0"/>
                </a:lnTo>
                <a:lnTo>
                  <a:pt x="5941531" y="2088000"/>
                </a:lnTo>
                <a:lnTo>
                  <a:pt x="612939" y="2088000"/>
                </a:lnTo>
                <a:cubicBezTo>
                  <a:pt x="376904" y="1710967"/>
                  <a:pt x="256723" y="1511850"/>
                  <a:pt x="0" y="1047929"/>
                </a:cubicBezTo>
                <a:lnTo>
                  <a:pt x="61293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2771801" y="3055500"/>
            <a:ext cx="6372200" cy="2088000"/>
          </a:xfrm>
          <a:custGeom>
            <a:avLst/>
            <a:gdLst>
              <a:gd name="connsiteX0" fmla="*/ 0 w 5328592"/>
              <a:gd name="connsiteY0" fmla="*/ 0 h 2088000"/>
              <a:gd name="connsiteX1" fmla="*/ 5328592 w 5328592"/>
              <a:gd name="connsiteY1" fmla="*/ 0 h 2088000"/>
              <a:gd name="connsiteX2" fmla="*/ 5328592 w 5328592"/>
              <a:gd name="connsiteY2" fmla="*/ 2088000 h 2088000"/>
              <a:gd name="connsiteX3" fmla="*/ 0 w 5328592"/>
              <a:gd name="connsiteY3" fmla="*/ 2088000 h 2088000"/>
              <a:gd name="connsiteX4" fmla="*/ 0 w 5328592"/>
              <a:gd name="connsiteY4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  <a:gd name="connsiteX0" fmla="*/ 612939 w 5941531"/>
              <a:gd name="connsiteY0" fmla="*/ 0 h 2088000"/>
              <a:gd name="connsiteX1" fmla="*/ 5941531 w 5941531"/>
              <a:gd name="connsiteY1" fmla="*/ 0 h 2088000"/>
              <a:gd name="connsiteX2" fmla="*/ 5941531 w 5941531"/>
              <a:gd name="connsiteY2" fmla="*/ 2088000 h 2088000"/>
              <a:gd name="connsiteX3" fmla="*/ 612939 w 5941531"/>
              <a:gd name="connsiteY3" fmla="*/ 2088000 h 2088000"/>
              <a:gd name="connsiteX4" fmla="*/ 0 w 5941531"/>
              <a:gd name="connsiteY4" fmla="*/ 1047929 h 2088000"/>
              <a:gd name="connsiteX5" fmla="*/ 612939 w 5941531"/>
              <a:gd name="connsiteY5" fmla="*/ 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1531" h="2088000">
                <a:moveTo>
                  <a:pt x="612939" y="0"/>
                </a:moveTo>
                <a:lnTo>
                  <a:pt x="5941531" y="0"/>
                </a:lnTo>
                <a:lnTo>
                  <a:pt x="5941531" y="2088000"/>
                </a:lnTo>
                <a:lnTo>
                  <a:pt x="612939" y="2088000"/>
                </a:lnTo>
                <a:cubicBezTo>
                  <a:pt x="376904" y="1710967"/>
                  <a:pt x="256723" y="1511850"/>
                  <a:pt x="0" y="1047929"/>
                </a:cubicBezTo>
                <a:lnTo>
                  <a:pt x="61293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1715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4572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3429900"/>
            <a:ext cx="4572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572000" y="1721906"/>
            <a:ext cx="4572000" cy="1713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025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066" y="1327227"/>
            <a:ext cx="3168352" cy="383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022914" y="1463545"/>
            <a:ext cx="1827251" cy="28225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017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2787774"/>
            <a:ext cx="9144000" cy="23557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12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095375"/>
            <a:ext cx="6011911" cy="305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283453" y="1491630"/>
            <a:ext cx="2834003" cy="21142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6659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1769983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355976" y="2067694"/>
            <a:ext cx="4788024" cy="11521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188850"/>
            <a:ext cx="45720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649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52" r:id="rId5"/>
    <p:sldLayoutId id="2147483674" r:id="rId6"/>
    <p:sldLayoutId id="2147483673" r:id="rId7"/>
    <p:sldLayoutId id="2147483655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2" r:id="rId16"/>
    <p:sldLayoutId id="2147483675" r:id="rId17"/>
    <p:sldLayoutId id="2147483656" r:id="rId18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seoul.go.kr/dataList/OA-12914/A/1/datasetView.do" TargetMode="External"/><Relationship Id="rId2" Type="http://schemas.openxmlformats.org/officeDocument/2006/relationships/hyperlink" Target="https://www.kaggle.com/kimjihoo/coronavirusdataset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towardsdatascience.com/italian-covid-19-analysis-with-python-1bdb0e64d5a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7412D6B-009E-42F6-BF73-C7886A978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72240"/>
            <a:ext cx="3312368" cy="33123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D25269-87A2-481A-8AE4-80DB48777799}"/>
              </a:ext>
            </a:extLst>
          </p:cNvPr>
          <p:cNvSpPr txBox="1"/>
          <p:nvPr/>
        </p:nvSpPr>
        <p:spPr>
          <a:xfrm>
            <a:off x="3378444" y="690332"/>
            <a:ext cx="51000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사회적 거리두기</a:t>
            </a:r>
            <a:endParaRPr lang="en-US" altLang="ko-KR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 algn="r"/>
            <a:r>
              <a:rPr lang="ko-KR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잘 지켜졌나요</a:t>
            </a:r>
            <a:r>
              <a:rPr lang="en-US" altLang="ko-K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  <a:endParaRPr lang="ko-KR" altLang="en-U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F92C9-ACEF-46E2-B918-D74E054BBD41}"/>
              </a:ext>
            </a:extLst>
          </p:cNvPr>
          <p:cNvSpPr txBox="1"/>
          <p:nvPr/>
        </p:nvSpPr>
        <p:spPr>
          <a:xfrm>
            <a:off x="3655372" y="3429601"/>
            <a:ext cx="4988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유동인구로 보는 사회적 거리두기의 효과</a:t>
            </a:r>
            <a:r>
              <a:rPr lang="en-US" altLang="ko-KR" sz="1400" dirty="0"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1400" dirty="0"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및 그에 따른 </a:t>
            </a:r>
            <a:r>
              <a:rPr lang="ko-KR" altLang="en-US" sz="1400" dirty="0" err="1"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확진자</a:t>
            </a:r>
            <a:r>
              <a:rPr lang="ko-KR" altLang="en-US" sz="1400" dirty="0"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분석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284BE6-7436-4ACF-A692-A9A55599D708}"/>
              </a:ext>
            </a:extLst>
          </p:cNvPr>
          <p:cNvSpPr txBox="1"/>
          <p:nvPr/>
        </p:nvSpPr>
        <p:spPr>
          <a:xfrm>
            <a:off x="5754709" y="411527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20160785 </a:t>
            </a:r>
            <a:r>
              <a:rPr lang="ko-KR" altLang="en-US" dirty="0">
                <a:solidFill>
                  <a:schemeClr val="bg1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수학과 김예원</a:t>
            </a:r>
          </a:p>
        </p:txBody>
      </p:sp>
      <p:sp>
        <p:nvSpPr>
          <p:cNvPr id="17" name="Oval 25">
            <a:extLst>
              <a:ext uri="{FF2B5EF4-FFF2-40B4-BE49-F238E27FC236}">
                <a16:creationId xmlns:a16="http://schemas.microsoft.com/office/drawing/2014/main" id="{18406985-0FCB-48F4-9395-C2C4CC1494ED}"/>
              </a:ext>
            </a:extLst>
          </p:cNvPr>
          <p:cNvSpPr>
            <a:spLocks noChangeAspect="1"/>
          </p:cNvSpPr>
          <p:nvPr/>
        </p:nvSpPr>
        <p:spPr>
          <a:xfrm>
            <a:off x="2699792" y="2571749"/>
            <a:ext cx="504056" cy="504743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Oval 25">
            <a:extLst>
              <a:ext uri="{FF2B5EF4-FFF2-40B4-BE49-F238E27FC236}">
                <a16:creationId xmlns:a16="http://schemas.microsoft.com/office/drawing/2014/main" id="{65EF3229-0D9C-40F3-B2B8-FEA35E552FDA}"/>
              </a:ext>
            </a:extLst>
          </p:cNvPr>
          <p:cNvSpPr>
            <a:spLocks noChangeAspect="1"/>
          </p:cNvSpPr>
          <p:nvPr/>
        </p:nvSpPr>
        <p:spPr>
          <a:xfrm rot="5088719">
            <a:off x="3231204" y="2245002"/>
            <a:ext cx="406352" cy="406906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3152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0CF0F5A-A26C-46E8-B50A-6D4A1D809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54515">
            <a:off x="80598" y="1809554"/>
            <a:ext cx="4464496" cy="7086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2747C3-F72A-478C-9400-F268CD85A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11" y="4275785"/>
            <a:ext cx="4095622" cy="5282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66A9BE5-565E-4139-A522-FE704E89A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8622">
            <a:off x="74066" y="3497147"/>
            <a:ext cx="4161710" cy="61521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54E96A0-141A-4684-A719-D9A65530F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877" y="2741310"/>
            <a:ext cx="3079050" cy="5256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4586E1C-1D77-4FC2-A8F7-80D74E34D5B3}"/>
              </a:ext>
            </a:extLst>
          </p:cNvPr>
          <p:cNvSpPr txBox="1"/>
          <p:nvPr/>
        </p:nvSpPr>
        <p:spPr>
          <a:xfrm>
            <a:off x="3138327" y="433599"/>
            <a:ext cx="2867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COVID-19</a:t>
            </a:r>
            <a:endParaRPr lang="ko-KR" altLang="en-U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5458E8-8741-4497-B8B5-66483D72B0BE}"/>
              </a:ext>
            </a:extLst>
          </p:cNvPr>
          <p:cNvSpPr txBox="1"/>
          <p:nvPr/>
        </p:nvSpPr>
        <p:spPr>
          <a:xfrm>
            <a:off x="5004048" y="1582639"/>
            <a:ext cx="3825907" cy="329320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코로나 확산을 방지하기 위한</a:t>
            </a:r>
            <a:endParaRPr lang="en-US" altLang="ko-KR" sz="24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pPr algn="ctr"/>
            <a:r>
              <a:rPr lang="en-US" altLang="ko-KR" sz="2400" b="1" u="sng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‘</a:t>
            </a:r>
            <a:r>
              <a:rPr lang="ko-KR" altLang="en-US" sz="2400" b="1" u="sng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사회적 거리두기</a:t>
            </a:r>
            <a:r>
              <a:rPr lang="en-US" altLang="ko-KR" sz="2400" b="1" u="sng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’</a:t>
            </a:r>
          </a:p>
          <a:p>
            <a:endParaRPr lang="en-US" altLang="ko-KR" sz="16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endParaRPr lang="en-US" altLang="ko-KR" sz="16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‘</a:t>
            </a:r>
            <a:r>
              <a:rPr lang="ko-KR" altLang="en-US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사회적 거리두기</a:t>
            </a:r>
            <a:r>
              <a:rPr lang="en-US" altLang="ko-KR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’</a:t>
            </a:r>
            <a:r>
              <a:rPr lang="ko-KR" altLang="en-US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가 시행된 후에도</a:t>
            </a:r>
            <a:endParaRPr lang="en-US" altLang="ko-KR" sz="16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계속되는 </a:t>
            </a:r>
            <a:r>
              <a:rPr lang="ko-KR" altLang="en-US" sz="1600" b="1" u="sng" dirty="0">
                <a:solidFill>
                  <a:schemeClr val="accent1">
                    <a:lumMod val="50000"/>
                  </a:schemeClr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집단감염</a:t>
            </a:r>
            <a:endParaRPr lang="en-US" altLang="ko-KR" sz="1600" b="1" u="sng" dirty="0">
              <a:solidFill>
                <a:schemeClr val="accent1">
                  <a:lumMod val="50000"/>
                </a:schemeClr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endParaRPr lang="en-US" altLang="ko-KR" sz="16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계속 되는 집단감염에도</a:t>
            </a:r>
            <a:endParaRPr lang="en-US" altLang="ko-KR" sz="16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en-US" altLang="ko-KR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‘</a:t>
            </a:r>
            <a:r>
              <a:rPr lang="ko-KR" altLang="en-US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사회적 거리두기</a:t>
            </a:r>
            <a:r>
              <a:rPr lang="en-US" altLang="ko-KR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’</a:t>
            </a:r>
            <a:r>
              <a:rPr lang="ko-KR" altLang="en-US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의 단계를 낮춰도 될까</a:t>
            </a:r>
            <a:r>
              <a:rPr lang="en-US" altLang="ko-KR" sz="16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?</a:t>
            </a:r>
          </a:p>
          <a:p>
            <a:endParaRPr lang="en-US" altLang="ko-KR" sz="16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endParaRPr lang="en-US" altLang="ko-KR" sz="16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endParaRPr lang="ko-KR" altLang="en-US" sz="16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974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3"/>
          <p:cNvSpPr txBox="1">
            <a:spLocks/>
          </p:cNvSpPr>
          <p:nvPr/>
        </p:nvSpPr>
        <p:spPr>
          <a:xfrm>
            <a:off x="4478447" y="568881"/>
            <a:ext cx="4248472" cy="230425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데이터 획득 방법</a:t>
            </a:r>
            <a:endParaRPr lang="en-US" altLang="ko-K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435847"/>
            <a:ext cx="3580984" cy="113877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유동인구</a:t>
            </a:r>
            <a:endParaRPr lang="en-US" altLang="ko-K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08서울남산체 B" panose="02020603020101020101" pitchFamily="18" charset="-127"/>
              <a:ea typeface="08서울남산체 B" panose="02020603020101020101" pitchFamily="18" charset="-127"/>
              <a:cs typeface="Arial" pitchFamily="34" charset="0"/>
            </a:endParaRPr>
          </a:p>
          <a:p>
            <a:endParaRPr lang="en-US" altLang="ko-KR" sz="20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  <a:cs typeface="Arial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ko-KR" sz="1400" strike="sngStrike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SK </a:t>
            </a:r>
            <a:r>
              <a:rPr lang="en-US" altLang="ko-KR" sz="1400" strike="sngStrike" dirty="0" err="1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BigData</a:t>
            </a:r>
            <a:r>
              <a:rPr lang="en-US" altLang="ko-KR" sz="1400" strike="sngStrike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 </a:t>
            </a:r>
            <a:r>
              <a:rPr lang="ko-KR" altLang="en-US" sz="1400" strike="sngStrike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→ 유동인구 자료에 오류</a:t>
            </a:r>
            <a:endParaRPr lang="en-US" altLang="ko-KR" sz="1400" strike="sngStrike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  <a:cs typeface="Arial" pitchFamily="34" charset="0"/>
            </a:endParaRPr>
          </a:p>
          <a:p>
            <a:pPr marL="171450" indent="-171450"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서울 열린 데이터 광장 → 지하철 </a:t>
            </a:r>
            <a:r>
              <a:rPr lang="ko-KR" altLang="en-US" sz="1400" dirty="0" err="1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승하차</a:t>
            </a:r>
            <a:r>
              <a:rPr lang="ko-KR" altLang="en-US" sz="1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 인원</a:t>
            </a:r>
            <a:endParaRPr lang="en-US" altLang="ko-KR" sz="14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  <a:cs typeface="Arial" pitchFamily="34" charset="0"/>
            </a:endParaRPr>
          </a:p>
        </p:txBody>
      </p:sp>
      <p:sp>
        <p:nvSpPr>
          <p:cNvPr id="8" name="Hexagon 27">
            <a:extLst>
              <a:ext uri="{FF2B5EF4-FFF2-40B4-BE49-F238E27FC236}">
                <a16:creationId xmlns:a16="http://schemas.microsoft.com/office/drawing/2014/main" id="{E65C9959-C7A0-4021-BEBF-27344A10769F}"/>
              </a:ext>
            </a:extLst>
          </p:cNvPr>
          <p:cNvSpPr/>
          <p:nvPr/>
        </p:nvSpPr>
        <p:spPr>
          <a:xfrm>
            <a:off x="1306891" y="951098"/>
            <a:ext cx="2315880" cy="1628986"/>
          </a:xfrm>
          <a:prstGeom prst="hexagon">
            <a:avLst>
              <a:gd name="adj" fmla="val 21694"/>
              <a:gd name="vf" fmla="val 115470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Hexagon 3">
            <a:extLst>
              <a:ext uri="{FF2B5EF4-FFF2-40B4-BE49-F238E27FC236}">
                <a16:creationId xmlns:a16="http://schemas.microsoft.com/office/drawing/2014/main" id="{649FEECA-A26F-405E-978B-D8FE8D8D2120}"/>
              </a:ext>
            </a:extLst>
          </p:cNvPr>
          <p:cNvSpPr/>
          <p:nvPr/>
        </p:nvSpPr>
        <p:spPr>
          <a:xfrm>
            <a:off x="1947714" y="726529"/>
            <a:ext cx="1060704" cy="914400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Hexagon 5">
            <a:extLst>
              <a:ext uri="{FF2B5EF4-FFF2-40B4-BE49-F238E27FC236}">
                <a16:creationId xmlns:a16="http://schemas.microsoft.com/office/drawing/2014/main" id="{3E502324-3B80-49EA-9B51-4C871BB5A648}"/>
              </a:ext>
            </a:extLst>
          </p:cNvPr>
          <p:cNvSpPr/>
          <p:nvPr/>
        </p:nvSpPr>
        <p:spPr>
          <a:xfrm>
            <a:off x="979612" y="1301080"/>
            <a:ext cx="1060704" cy="914400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Hexagon 6">
            <a:extLst>
              <a:ext uri="{FF2B5EF4-FFF2-40B4-BE49-F238E27FC236}">
                <a16:creationId xmlns:a16="http://schemas.microsoft.com/office/drawing/2014/main" id="{2C8E8254-F8D9-4164-AFF7-2A79E562C7C7}"/>
              </a:ext>
            </a:extLst>
          </p:cNvPr>
          <p:cNvSpPr/>
          <p:nvPr/>
        </p:nvSpPr>
        <p:spPr>
          <a:xfrm>
            <a:off x="1947714" y="1926704"/>
            <a:ext cx="1060704" cy="914400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Hexagon 7">
            <a:extLst>
              <a:ext uri="{FF2B5EF4-FFF2-40B4-BE49-F238E27FC236}">
                <a16:creationId xmlns:a16="http://schemas.microsoft.com/office/drawing/2014/main" id="{3A0664ED-3785-4A1A-802E-C8C9BDB1C5D8}"/>
              </a:ext>
            </a:extLst>
          </p:cNvPr>
          <p:cNvSpPr/>
          <p:nvPr/>
        </p:nvSpPr>
        <p:spPr>
          <a:xfrm>
            <a:off x="2915816" y="1301080"/>
            <a:ext cx="1060704" cy="914400"/>
          </a:xfrm>
          <a:prstGeom prst="hexag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ounded Rectangle 31">
            <a:extLst>
              <a:ext uri="{FF2B5EF4-FFF2-40B4-BE49-F238E27FC236}">
                <a16:creationId xmlns:a16="http://schemas.microsoft.com/office/drawing/2014/main" id="{28EC8CC3-30DE-49D4-9CDE-416B398DFA73}"/>
              </a:ext>
            </a:extLst>
          </p:cNvPr>
          <p:cNvSpPr/>
          <p:nvPr/>
        </p:nvSpPr>
        <p:spPr>
          <a:xfrm>
            <a:off x="2318588" y="920694"/>
            <a:ext cx="318955" cy="453491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Heart 17">
            <a:extLst>
              <a:ext uri="{FF2B5EF4-FFF2-40B4-BE49-F238E27FC236}">
                <a16:creationId xmlns:a16="http://schemas.microsoft.com/office/drawing/2014/main" id="{2F765068-2A88-4425-9B86-95147C803053}"/>
              </a:ext>
            </a:extLst>
          </p:cNvPr>
          <p:cNvSpPr/>
          <p:nvPr/>
        </p:nvSpPr>
        <p:spPr>
          <a:xfrm>
            <a:off x="1281010" y="1541110"/>
            <a:ext cx="457907" cy="448961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Chord 32">
            <a:extLst>
              <a:ext uri="{FF2B5EF4-FFF2-40B4-BE49-F238E27FC236}">
                <a16:creationId xmlns:a16="http://schemas.microsoft.com/office/drawing/2014/main" id="{B9623145-86A3-4BDA-9060-05BA2CDF8856}"/>
              </a:ext>
            </a:extLst>
          </p:cNvPr>
          <p:cNvSpPr/>
          <p:nvPr/>
        </p:nvSpPr>
        <p:spPr>
          <a:xfrm>
            <a:off x="3218871" y="1489443"/>
            <a:ext cx="454593" cy="450606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ounded Rectangle 40">
            <a:extLst>
              <a:ext uri="{FF2B5EF4-FFF2-40B4-BE49-F238E27FC236}">
                <a16:creationId xmlns:a16="http://schemas.microsoft.com/office/drawing/2014/main" id="{FB0DF1F6-8B92-4922-A215-3F41121EA500}"/>
              </a:ext>
            </a:extLst>
          </p:cNvPr>
          <p:cNvSpPr/>
          <p:nvPr/>
        </p:nvSpPr>
        <p:spPr>
          <a:xfrm rot="2942052">
            <a:off x="2272122" y="2193940"/>
            <a:ext cx="422563" cy="449543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4C756-C676-4938-9443-7378C85CB4B8}"/>
              </a:ext>
            </a:extLst>
          </p:cNvPr>
          <p:cNvSpPr txBox="1"/>
          <p:nvPr/>
        </p:nvSpPr>
        <p:spPr>
          <a:xfrm>
            <a:off x="4572000" y="3435846"/>
            <a:ext cx="3580984" cy="1138773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COVID-19</a:t>
            </a:r>
          </a:p>
          <a:p>
            <a:endParaRPr lang="en-US" altLang="ko-KR" sz="20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  <a:cs typeface="Arial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Kaggle</a:t>
            </a:r>
          </a:p>
          <a:p>
            <a:pPr marL="171450" indent="-171450"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  <a:cs typeface="Arial" pitchFamily="34" charset="0"/>
              </a:rPr>
              <a:t>질병 관리 본부</a:t>
            </a:r>
            <a:endParaRPr lang="en-US" altLang="ko-KR" sz="14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2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ECCA9C7-DB1A-4AE5-B980-50692BBA4B55}"/>
              </a:ext>
            </a:extLst>
          </p:cNvPr>
          <p:cNvSpPr txBox="1"/>
          <p:nvPr/>
        </p:nvSpPr>
        <p:spPr>
          <a:xfrm>
            <a:off x="683568" y="411510"/>
            <a:ext cx="2867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분석 방법</a:t>
            </a:r>
          </a:p>
        </p:txBody>
      </p:sp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D4E4D2A1-82DC-4644-8F04-8543FEAFCD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692636"/>
              </p:ext>
            </p:extLst>
          </p:nvPr>
        </p:nvGraphicFramePr>
        <p:xfrm>
          <a:off x="-126776" y="1491630"/>
          <a:ext cx="9397552" cy="3040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298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017C25C-065F-4C81-8F07-530E5D64DA56}"/>
              </a:ext>
            </a:extLst>
          </p:cNvPr>
          <p:cNvSpPr txBox="1"/>
          <p:nvPr/>
        </p:nvSpPr>
        <p:spPr>
          <a:xfrm>
            <a:off x="3501733" y="267494"/>
            <a:ext cx="2140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RESULT</a:t>
            </a:r>
            <a:endParaRPr lang="ko-KR" altLang="en-US" sz="36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6EC4AF-8687-458A-8FD0-65BFB1D0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1275606"/>
            <a:ext cx="4907331" cy="18002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6A142D1-0943-49E3-AF34-594DEA438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1" y="3219822"/>
            <a:ext cx="4907331" cy="18002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BC0FBF-28CA-44CA-B0CC-AAFD614E2AF7}"/>
              </a:ext>
            </a:extLst>
          </p:cNvPr>
          <p:cNvSpPr txBox="1"/>
          <p:nvPr/>
        </p:nvSpPr>
        <p:spPr>
          <a:xfrm>
            <a:off x="456756" y="1491630"/>
            <a:ext cx="31791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신천지 </a:t>
            </a:r>
            <a:r>
              <a:rPr lang="ko-KR" altLang="en-US" sz="1400" dirty="0" err="1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확진자가</a:t>
            </a:r>
            <a:r>
              <a:rPr lang="ko-KR" altLang="en-US" sz="1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발생한 </a:t>
            </a:r>
            <a:r>
              <a:rPr lang="en-US" altLang="ko-KR" sz="1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</a:t>
            </a:r>
            <a:r>
              <a:rPr lang="ko-KR" altLang="en-US" sz="1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월 </a:t>
            </a:r>
            <a:r>
              <a:rPr lang="en-US" altLang="ko-KR" sz="1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18</a:t>
            </a:r>
            <a:r>
              <a:rPr lang="ko-KR" altLang="en-US" sz="1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일</a:t>
            </a:r>
            <a:endParaRPr lang="en-US" altLang="ko-KR" sz="1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사회적 거리두기가 시행된 </a:t>
            </a:r>
            <a:r>
              <a:rPr lang="en-US" altLang="ko-KR" sz="1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3</a:t>
            </a:r>
            <a:r>
              <a:rPr lang="ko-KR" altLang="en-US" sz="1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월 </a:t>
            </a:r>
            <a:r>
              <a:rPr lang="en-US" altLang="ko-KR" sz="1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22</a:t>
            </a:r>
            <a:r>
              <a:rPr lang="ko-KR" altLang="en-US" sz="1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일</a:t>
            </a:r>
            <a:r>
              <a:rPr lang="ko-KR" altLang="en-US" sz="1400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 이후 </a:t>
            </a:r>
            <a:endParaRPr lang="en-US" altLang="ko-KR" sz="14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유동인구에 변화가 생김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16D3E-414E-401A-8C72-2C5E07373CC9}"/>
              </a:ext>
            </a:extLst>
          </p:cNvPr>
          <p:cNvSpPr txBox="1"/>
          <p:nvPr/>
        </p:nvSpPr>
        <p:spPr>
          <a:xfrm>
            <a:off x="456756" y="3204755"/>
            <a:ext cx="31791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400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사회적 거리두기가 시행된 후</a:t>
            </a:r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증가율이 줄어듦</a:t>
            </a:r>
          </a:p>
        </p:txBody>
      </p:sp>
    </p:spTree>
    <p:extLst>
      <p:ext uri="{BB962C8B-B14F-4D97-AF65-F5344CB8AC3E}">
        <p14:creationId xmlns:p14="http://schemas.microsoft.com/office/powerpoint/2010/main" val="24557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7BEE6C6-BC4E-42BA-AAC0-3BBDEFE93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781" y="4598718"/>
            <a:ext cx="1958510" cy="1600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F3939C-8612-4B1B-BE01-CA3448FB8A32}"/>
              </a:ext>
            </a:extLst>
          </p:cNvPr>
          <p:cNvSpPr txBox="1"/>
          <p:nvPr/>
        </p:nvSpPr>
        <p:spPr>
          <a:xfrm>
            <a:off x="3501733" y="267494"/>
            <a:ext cx="2140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RESULT</a:t>
            </a:r>
            <a:endParaRPr lang="ko-KR" altLang="en-US" sz="3600" dirty="0">
              <a:solidFill>
                <a:schemeClr val="bg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69B03-86BF-4133-8C5E-D24B159B7986}"/>
              </a:ext>
            </a:extLst>
          </p:cNvPr>
          <p:cNvSpPr txBox="1"/>
          <p:nvPr/>
        </p:nvSpPr>
        <p:spPr>
          <a:xfrm>
            <a:off x="6100900" y="4083918"/>
            <a:ext cx="2448272" cy="9233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정확도</a:t>
            </a:r>
            <a:endParaRPr lang="en-US" altLang="ko-KR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endParaRPr lang="en-US" altLang="ko-KR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endParaRPr lang="ko-KR" altLang="en-US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603309-9621-4761-99A2-3EBAC66ED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563638"/>
            <a:ext cx="3817951" cy="23852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948884-AFCA-4F61-9624-C73181DA4A2D}"/>
              </a:ext>
            </a:extLst>
          </p:cNvPr>
          <p:cNvSpPr txBox="1"/>
          <p:nvPr/>
        </p:nvSpPr>
        <p:spPr>
          <a:xfrm>
            <a:off x="539552" y="1707654"/>
            <a:ext cx="3168353" cy="1477328"/>
          </a:xfrm>
          <a:prstGeom prst="rect">
            <a:avLst/>
          </a:prstGeom>
          <a:ln w="12700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altLang="ko-K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정확도는 떨어지지만</a:t>
            </a:r>
            <a:endParaRPr lang="en-US" altLang="ko-KR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실제 값과 예측 값이 비슷하게 하락하는 것을 볼 수 있음</a:t>
            </a:r>
            <a:endParaRPr lang="en-US" altLang="ko-KR" dirty="0">
              <a:solidFill>
                <a:schemeClr val="bg1"/>
              </a:solidFill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  <a:p>
            <a:endParaRPr lang="ko-KR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DB75BB09-F155-4EA1-8B9D-542A36C8CED6}"/>
              </a:ext>
            </a:extLst>
          </p:cNvPr>
          <p:cNvSpPr/>
          <p:nvPr/>
        </p:nvSpPr>
        <p:spPr>
          <a:xfrm>
            <a:off x="1907704" y="3333702"/>
            <a:ext cx="432048" cy="504056"/>
          </a:xfrm>
          <a:prstGeom prst="down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C66F5-8BE8-42C5-A9C4-F7592884F47C}"/>
              </a:ext>
            </a:extLst>
          </p:cNvPr>
          <p:cNvSpPr txBox="1"/>
          <p:nvPr/>
        </p:nvSpPr>
        <p:spPr>
          <a:xfrm>
            <a:off x="323528" y="4059590"/>
            <a:ext cx="3780420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사회적 거리두기가 잘 </a:t>
            </a:r>
            <a:r>
              <a:rPr lang="ko-KR" alt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08서울남산체 B" panose="02020603020101020101" pitchFamily="18" charset="-127"/>
                <a:ea typeface="08서울남산체 B" panose="02020603020101020101" pitchFamily="18" charset="-127"/>
              </a:rPr>
              <a:t>지켜짐</a:t>
            </a:r>
            <a:endParaRPr lang="en-US" altLang="ko-KR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08서울남산체 B" panose="02020603020101020101" pitchFamily="18" charset="-127"/>
              <a:ea typeface="08서울남산체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678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267494"/>
            <a:ext cx="9144000" cy="576064"/>
          </a:xfrm>
        </p:spPr>
        <p:txBody>
          <a:bodyPr/>
          <a:lstStyle/>
          <a:p>
            <a:r>
              <a:rPr lang="ko-KR" altLang="en-US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참고 문헌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5530" y="1932223"/>
            <a:ext cx="3528000" cy="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3A77125-C57F-4429-A277-6E845DEAC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3" y="2093243"/>
            <a:ext cx="3978019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97A99"/>
                </a:solidFill>
                <a:effectLst/>
                <a:latin typeface="Arial" panose="020B0604020202020204" pitchFamily="34" charset="0"/>
                <a:ea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https://www.kaggle.com/kimjihoo/coronavirusdataset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97A99"/>
              </a:solidFill>
              <a:effectLst/>
              <a:latin typeface="Arial" panose="020B0604020202020204" pitchFamily="34" charset="0"/>
              <a:ea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rgbClr val="097A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97A99"/>
                </a:solidFill>
                <a:effectLst/>
                <a:latin typeface="Arial" panose="020B0604020202020204" pitchFamily="34" charset="0"/>
                <a:ea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https://data.seoul.go.kr/dataList/OA-12914/A/1/datasetView.do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97A99"/>
                </a:solidFill>
                <a:effectLst/>
                <a:latin typeface="Arial" panose="020B0604020202020204" pitchFamily="34" charset="0"/>
                <a:ea typeface="Open Sans"/>
              </a:rPr>
              <a:t> (서울 열린 데이터 광장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rgbClr val="097A99"/>
                </a:solidFill>
                <a:effectLst/>
                <a:latin typeface="Arial" panose="020B0604020202020204" pitchFamily="34" charset="0"/>
                <a:ea typeface="Open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Arial" panose="020B0604020202020204" pitchFamily="34" charset="0"/>
              <a:ea typeface="Open Sans"/>
            </a:endParaRPr>
          </a:p>
          <a:p>
            <a:pPr lvl="0" latinLnBrk="0"/>
            <a:r>
              <a:rPr lang="fr-BE" altLang="ko-KR" sz="1200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https://towardsdatascience.com/italian-covid-19-analysis-with-python-1bdb0e64d5ac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  <a:ea typeface="Open Sans"/>
              </a:rPr>
              <a:t>)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accent5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rgbClr val="097A99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rgbClr val="097A99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35119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COLOR-A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27696"/>
      </a:accent1>
      <a:accent2>
        <a:srgbClr val="4BACC6"/>
      </a:accent2>
      <a:accent3>
        <a:srgbClr val="027696"/>
      </a:accent3>
      <a:accent4>
        <a:srgbClr val="4BACC6"/>
      </a:accent4>
      <a:accent5>
        <a:srgbClr val="027696"/>
      </a:accent5>
      <a:accent6>
        <a:srgbClr val="4BACC6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2769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Section Break Slide Master">
  <a:themeElements>
    <a:clrScheme name="ALLPPT-COLOR-A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27696"/>
      </a:accent1>
      <a:accent2>
        <a:srgbClr val="4BACC6"/>
      </a:accent2>
      <a:accent3>
        <a:srgbClr val="027696"/>
      </a:accent3>
      <a:accent4>
        <a:srgbClr val="4BACC6"/>
      </a:accent4>
      <a:accent5>
        <a:srgbClr val="027696"/>
      </a:accent5>
      <a:accent6>
        <a:srgbClr val="4BACC6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179</Words>
  <Application>Microsoft Office PowerPoint</Application>
  <PresentationFormat>화면 슬라이드 쇼(16:9)</PresentationFormat>
  <Paragraphs>52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08서울남산체 B</vt:lpstr>
      <vt:lpstr>08서울남산체 L</vt:lpstr>
      <vt:lpstr>210 맨발의청춘 L</vt:lpstr>
      <vt:lpstr>배달의민족 도현</vt:lpstr>
      <vt:lpstr>Arial</vt:lpstr>
      <vt:lpstr>Contents Slide Master</vt:lpstr>
      <vt:lpstr>Section Break Slide Master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Kim Yewon</cp:lastModifiedBy>
  <cp:revision>103</cp:revision>
  <dcterms:created xsi:type="dcterms:W3CDTF">2016-12-05T23:26:54Z</dcterms:created>
  <dcterms:modified xsi:type="dcterms:W3CDTF">2020-06-08T05:49:28Z</dcterms:modified>
</cp:coreProperties>
</file>